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9"/>
  </p:notesMasterIdLst>
  <p:handoutMasterIdLst>
    <p:handoutMasterId r:id="rId10"/>
  </p:handoutMasterIdLst>
  <p:sldIdLst>
    <p:sldId id="604" r:id="rId5"/>
    <p:sldId id="605" r:id="rId6"/>
    <p:sldId id="641" r:id="rId7"/>
    <p:sldId id="64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0000"/>
    <a:srgbClr val="FFCC66"/>
    <a:srgbClr val="FF00FF"/>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F9D4E5-F6D0-4F3B-A09A-330CF9F94959}" v="40" dt="2024-12-05T18:53:07.5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04" autoAdjust="0"/>
    <p:restoredTop sz="92777" autoAdjust="0"/>
  </p:normalViewPr>
  <p:slideViewPr>
    <p:cSldViewPr snapToGrid="0">
      <p:cViewPr varScale="1">
        <p:scale>
          <a:sx n="126" d="100"/>
          <a:sy n="126" d="100"/>
        </p:scale>
        <p:origin x="288" y="126"/>
      </p:cViewPr>
      <p:guideLst/>
    </p:cSldViewPr>
  </p:slideViewPr>
  <p:notesTextViewPr>
    <p:cViewPr>
      <p:scale>
        <a:sx n="3" d="2"/>
        <a:sy n="3" d="2"/>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Baars" userId="e58e6b30-e918-4c99-b0a1-5ea4a8afa645" providerId="ADAL" clId="{7EF9D4E5-F6D0-4F3B-A09A-330CF9F94959}"/>
    <pc:docChg chg="undo custSel addSld delSld modSld modMainMaster addSection delSection modSection">
      <pc:chgData name="Luis Baars" userId="e58e6b30-e918-4c99-b0a1-5ea4a8afa645" providerId="ADAL" clId="{7EF9D4E5-F6D0-4F3B-A09A-330CF9F94959}" dt="2024-12-05T18:56:28.492" v="547" actId="680"/>
      <pc:docMkLst>
        <pc:docMk/>
      </pc:docMkLst>
      <pc:sldChg chg="modSp del mod">
        <pc:chgData name="Luis Baars" userId="e58e6b30-e918-4c99-b0a1-5ea4a8afa645" providerId="ADAL" clId="{7EF9D4E5-F6D0-4F3B-A09A-330CF9F94959}" dt="2024-12-05T18:40:38.864" v="74" actId="47"/>
        <pc:sldMkLst>
          <pc:docMk/>
          <pc:sldMk cId="354844570" sldId="560"/>
        </pc:sldMkLst>
        <pc:spChg chg="mod">
          <ac:chgData name="Luis Baars" userId="e58e6b30-e918-4c99-b0a1-5ea4a8afa645" providerId="ADAL" clId="{7EF9D4E5-F6D0-4F3B-A09A-330CF9F94959}" dt="2024-12-05T18:33:21.113" v="27" actId="20577"/>
          <ac:spMkLst>
            <pc:docMk/>
            <pc:sldMk cId="354844570" sldId="560"/>
            <ac:spMk id="2" creationId="{458508F2-91BF-4A81-B11C-47E108B8E03E}"/>
          </ac:spMkLst>
        </pc:spChg>
        <pc:spChg chg="mod">
          <ac:chgData name="Luis Baars" userId="e58e6b30-e918-4c99-b0a1-5ea4a8afa645" providerId="ADAL" clId="{7EF9D4E5-F6D0-4F3B-A09A-330CF9F94959}" dt="2024-12-05T18:37:34.857" v="43" actId="14100"/>
          <ac:spMkLst>
            <pc:docMk/>
            <pc:sldMk cId="354844570" sldId="560"/>
            <ac:spMk id="3" creationId="{F60025D4-BBBC-41C6-AD83-F2D559F83560}"/>
          </ac:spMkLst>
        </pc:spChg>
      </pc:sldChg>
      <pc:sldChg chg="del">
        <pc:chgData name="Luis Baars" userId="e58e6b30-e918-4c99-b0a1-5ea4a8afa645" providerId="ADAL" clId="{7EF9D4E5-F6D0-4F3B-A09A-330CF9F94959}" dt="2024-12-05T18:45:28.765" v="190" actId="47"/>
        <pc:sldMkLst>
          <pc:docMk/>
          <pc:sldMk cId="857031313" sldId="588"/>
        </pc:sldMkLst>
      </pc:sldChg>
      <pc:sldChg chg="del">
        <pc:chgData name="Luis Baars" userId="e58e6b30-e918-4c99-b0a1-5ea4a8afa645" providerId="ADAL" clId="{7EF9D4E5-F6D0-4F3B-A09A-330CF9F94959}" dt="2024-12-05T18:45:29.211" v="191" actId="47"/>
        <pc:sldMkLst>
          <pc:docMk/>
          <pc:sldMk cId="4226171030" sldId="589"/>
        </pc:sldMkLst>
      </pc:sldChg>
      <pc:sldChg chg="del">
        <pc:chgData name="Luis Baars" userId="e58e6b30-e918-4c99-b0a1-5ea4a8afa645" providerId="ADAL" clId="{7EF9D4E5-F6D0-4F3B-A09A-330CF9F94959}" dt="2024-12-05T18:45:29.498" v="192" actId="47"/>
        <pc:sldMkLst>
          <pc:docMk/>
          <pc:sldMk cId="3347064797" sldId="590"/>
        </pc:sldMkLst>
      </pc:sldChg>
      <pc:sldChg chg="del">
        <pc:chgData name="Luis Baars" userId="e58e6b30-e918-4c99-b0a1-5ea4a8afa645" providerId="ADAL" clId="{7EF9D4E5-F6D0-4F3B-A09A-330CF9F94959}" dt="2024-12-05T18:45:29.770" v="193" actId="47"/>
        <pc:sldMkLst>
          <pc:docMk/>
          <pc:sldMk cId="895894833" sldId="591"/>
        </pc:sldMkLst>
      </pc:sldChg>
      <pc:sldChg chg="del">
        <pc:chgData name="Luis Baars" userId="e58e6b30-e918-4c99-b0a1-5ea4a8afa645" providerId="ADAL" clId="{7EF9D4E5-F6D0-4F3B-A09A-330CF9F94959}" dt="2024-12-05T18:45:29.989" v="194" actId="47"/>
        <pc:sldMkLst>
          <pc:docMk/>
          <pc:sldMk cId="588628645" sldId="593"/>
        </pc:sldMkLst>
      </pc:sldChg>
      <pc:sldChg chg="del">
        <pc:chgData name="Luis Baars" userId="e58e6b30-e918-4c99-b0a1-5ea4a8afa645" providerId="ADAL" clId="{7EF9D4E5-F6D0-4F3B-A09A-330CF9F94959}" dt="2024-12-05T18:45:30.195" v="195" actId="47"/>
        <pc:sldMkLst>
          <pc:docMk/>
          <pc:sldMk cId="1195978403" sldId="594"/>
        </pc:sldMkLst>
      </pc:sldChg>
      <pc:sldChg chg="del">
        <pc:chgData name="Luis Baars" userId="e58e6b30-e918-4c99-b0a1-5ea4a8afa645" providerId="ADAL" clId="{7EF9D4E5-F6D0-4F3B-A09A-330CF9F94959}" dt="2024-12-05T18:45:30.389" v="196" actId="47"/>
        <pc:sldMkLst>
          <pc:docMk/>
          <pc:sldMk cId="1352351487" sldId="595"/>
        </pc:sldMkLst>
      </pc:sldChg>
      <pc:sldChg chg="del">
        <pc:chgData name="Luis Baars" userId="e58e6b30-e918-4c99-b0a1-5ea4a8afa645" providerId="ADAL" clId="{7EF9D4E5-F6D0-4F3B-A09A-330CF9F94959}" dt="2024-12-05T18:45:30.567" v="197" actId="47"/>
        <pc:sldMkLst>
          <pc:docMk/>
          <pc:sldMk cId="1062829103" sldId="596"/>
        </pc:sldMkLst>
      </pc:sldChg>
      <pc:sldChg chg="del">
        <pc:chgData name="Luis Baars" userId="e58e6b30-e918-4c99-b0a1-5ea4a8afa645" providerId="ADAL" clId="{7EF9D4E5-F6D0-4F3B-A09A-330CF9F94959}" dt="2024-12-05T18:45:30.759" v="198" actId="47"/>
        <pc:sldMkLst>
          <pc:docMk/>
          <pc:sldMk cId="3549596912" sldId="597"/>
        </pc:sldMkLst>
      </pc:sldChg>
      <pc:sldChg chg="del">
        <pc:chgData name="Luis Baars" userId="e58e6b30-e918-4c99-b0a1-5ea4a8afa645" providerId="ADAL" clId="{7EF9D4E5-F6D0-4F3B-A09A-330CF9F94959}" dt="2024-12-05T18:45:30.976" v="199" actId="47"/>
        <pc:sldMkLst>
          <pc:docMk/>
          <pc:sldMk cId="629249424" sldId="598"/>
        </pc:sldMkLst>
      </pc:sldChg>
      <pc:sldChg chg="del">
        <pc:chgData name="Luis Baars" userId="e58e6b30-e918-4c99-b0a1-5ea4a8afa645" providerId="ADAL" clId="{7EF9D4E5-F6D0-4F3B-A09A-330CF9F94959}" dt="2024-12-05T18:45:31.224" v="200" actId="47"/>
        <pc:sldMkLst>
          <pc:docMk/>
          <pc:sldMk cId="298674472" sldId="599"/>
        </pc:sldMkLst>
      </pc:sldChg>
      <pc:sldChg chg="del">
        <pc:chgData name="Luis Baars" userId="e58e6b30-e918-4c99-b0a1-5ea4a8afa645" providerId="ADAL" clId="{7EF9D4E5-F6D0-4F3B-A09A-330CF9F94959}" dt="2024-12-05T18:45:31.560" v="201" actId="47"/>
        <pc:sldMkLst>
          <pc:docMk/>
          <pc:sldMk cId="4110676846" sldId="600"/>
        </pc:sldMkLst>
      </pc:sldChg>
      <pc:sldChg chg="del">
        <pc:chgData name="Luis Baars" userId="e58e6b30-e918-4c99-b0a1-5ea4a8afa645" providerId="ADAL" clId="{7EF9D4E5-F6D0-4F3B-A09A-330CF9F94959}" dt="2024-12-05T18:45:31.829" v="202" actId="47"/>
        <pc:sldMkLst>
          <pc:docMk/>
          <pc:sldMk cId="1561261766" sldId="601"/>
        </pc:sldMkLst>
      </pc:sldChg>
      <pc:sldChg chg="del">
        <pc:chgData name="Luis Baars" userId="e58e6b30-e918-4c99-b0a1-5ea4a8afa645" providerId="ADAL" clId="{7EF9D4E5-F6D0-4F3B-A09A-330CF9F94959}" dt="2024-12-05T18:45:32.150" v="203" actId="47"/>
        <pc:sldMkLst>
          <pc:docMk/>
          <pc:sldMk cId="1378154609" sldId="602"/>
        </pc:sldMkLst>
      </pc:sldChg>
      <pc:sldChg chg="del">
        <pc:chgData name="Luis Baars" userId="e58e6b30-e918-4c99-b0a1-5ea4a8afa645" providerId="ADAL" clId="{7EF9D4E5-F6D0-4F3B-A09A-330CF9F94959}" dt="2024-12-05T18:45:32.677" v="204" actId="47"/>
        <pc:sldMkLst>
          <pc:docMk/>
          <pc:sldMk cId="4175214722" sldId="603"/>
        </pc:sldMkLst>
      </pc:sldChg>
      <pc:sldChg chg="new">
        <pc:chgData name="Luis Baars" userId="e58e6b30-e918-4c99-b0a1-5ea4a8afa645" providerId="ADAL" clId="{7EF9D4E5-F6D0-4F3B-A09A-330CF9F94959}" dt="2024-12-05T18:44:22.278" v="129" actId="680"/>
        <pc:sldMkLst>
          <pc:docMk/>
          <pc:sldMk cId="700902702" sldId="604"/>
        </pc:sldMkLst>
      </pc:sldChg>
      <pc:sldChg chg="new del">
        <pc:chgData name="Luis Baars" userId="e58e6b30-e918-4c99-b0a1-5ea4a8afa645" providerId="ADAL" clId="{7EF9D4E5-F6D0-4F3B-A09A-330CF9F94959}" dt="2024-12-05T18:44:15.859" v="128" actId="47"/>
        <pc:sldMkLst>
          <pc:docMk/>
          <pc:sldMk cId="2076760757" sldId="604"/>
        </pc:sldMkLst>
      </pc:sldChg>
      <pc:sldChg chg="new del">
        <pc:chgData name="Luis Baars" userId="e58e6b30-e918-4c99-b0a1-5ea4a8afa645" providerId="ADAL" clId="{7EF9D4E5-F6D0-4F3B-A09A-330CF9F94959}" dt="2024-12-05T18:54:59.887" v="511" actId="47"/>
        <pc:sldMkLst>
          <pc:docMk/>
          <pc:sldMk cId="1215753685" sldId="605"/>
        </pc:sldMkLst>
      </pc:sldChg>
      <pc:sldChg chg="new del">
        <pc:chgData name="Luis Baars" userId="e58e6b30-e918-4c99-b0a1-5ea4a8afa645" providerId="ADAL" clId="{7EF9D4E5-F6D0-4F3B-A09A-330CF9F94959}" dt="2024-12-05T18:53:42.171" v="374" actId="47"/>
        <pc:sldMkLst>
          <pc:docMk/>
          <pc:sldMk cId="1369543616" sldId="605"/>
        </pc:sldMkLst>
      </pc:sldChg>
      <pc:sldChg chg="addSp delSp modSp new del mod">
        <pc:chgData name="Luis Baars" userId="e58e6b30-e918-4c99-b0a1-5ea4a8afa645" providerId="ADAL" clId="{7EF9D4E5-F6D0-4F3B-A09A-330CF9F94959}" dt="2024-12-05T18:53:29.437" v="372" actId="47"/>
        <pc:sldMkLst>
          <pc:docMk/>
          <pc:sldMk cId="1400528070" sldId="605"/>
        </pc:sldMkLst>
        <pc:spChg chg="add del mod">
          <ac:chgData name="Luis Baars" userId="e58e6b30-e918-4c99-b0a1-5ea4a8afa645" providerId="ADAL" clId="{7EF9D4E5-F6D0-4F3B-A09A-330CF9F94959}" dt="2024-12-05T18:46:52.998" v="209" actId="478"/>
          <ac:spMkLst>
            <pc:docMk/>
            <pc:sldMk cId="1400528070" sldId="605"/>
            <ac:spMk id="4" creationId="{F1DA649E-DBE9-8640-45AD-7B80B0BBF12A}"/>
          </ac:spMkLst>
        </pc:spChg>
        <pc:spChg chg="add del">
          <ac:chgData name="Luis Baars" userId="e58e6b30-e918-4c99-b0a1-5ea4a8afa645" providerId="ADAL" clId="{7EF9D4E5-F6D0-4F3B-A09A-330CF9F94959}" dt="2024-12-05T18:47:01.691" v="211" actId="478"/>
          <ac:spMkLst>
            <pc:docMk/>
            <pc:sldMk cId="1400528070" sldId="605"/>
            <ac:spMk id="5" creationId="{A5A956C2-ECA6-5263-C8AF-AD84A8FDFDC1}"/>
          </ac:spMkLst>
        </pc:spChg>
        <pc:spChg chg="add del">
          <ac:chgData name="Luis Baars" userId="e58e6b30-e918-4c99-b0a1-5ea4a8afa645" providerId="ADAL" clId="{7EF9D4E5-F6D0-4F3B-A09A-330CF9F94959}" dt="2024-12-05T18:48:29.159" v="266" actId="478"/>
          <ac:spMkLst>
            <pc:docMk/>
            <pc:sldMk cId="1400528070" sldId="605"/>
            <ac:spMk id="6" creationId="{A4E97EEF-0790-05CF-773E-C8AAE919036F}"/>
          </ac:spMkLst>
        </pc:spChg>
      </pc:sldChg>
      <pc:sldChg chg="new">
        <pc:chgData name="Luis Baars" userId="e58e6b30-e918-4c99-b0a1-5ea4a8afa645" providerId="ADAL" clId="{7EF9D4E5-F6D0-4F3B-A09A-330CF9F94959}" dt="2024-12-05T18:56:28.492" v="547" actId="680"/>
        <pc:sldMkLst>
          <pc:docMk/>
          <pc:sldMk cId="2367779342" sldId="605"/>
        </pc:sldMkLst>
      </pc:sldChg>
      <pc:sldChg chg="new del">
        <pc:chgData name="Luis Baars" userId="e58e6b30-e918-4c99-b0a1-5ea4a8afa645" providerId="ADAL" clId="{7EF9D4E5-F6D0-4F3B-A09A-330CF9F94959}" dt="2024-12-05T18:55:40.527" v="541" actId="47"/>
        <pc:sldMkLst>
          <pc:docMk/>
          <pc:sldMk cId="2457170130" sldId="605"/>
        </pc:sldMkLst>
      </pc:sldChg>
      <pc:sldChg chg="modSp new del mod">
        <pc:chgData name="Luis Baars" userId="e58e6b30-e918-4c99-b0a1-5ea4a8afa645" providerId="ADAL" clId="{7EF9D4E5-F6D0-4F3B-A09A-330CF9F94959}" dt="2024-12-05T18:55:29.759" v="539" actId="47"/>
        <pc:sldMkLst>
          <pc:docMk/>
          <pc:sldMk cId="2946097842" sldId="605"/>
        </pc:sldMkLst>
        <pc:spChg chg="mod">
          <ac:chgData name="Luis Baars" userId="e58e6b30-e918-4c99-b0a1-5ea4a8afa645" providerId="ADAL" clId="{7EF9D4E5-F6D0-4F3B-A09A-330CF9F94959}" dt="2024-12-05T18:55:24.191" v="538" actId="5793"/>
          <ac:spMkLst>
            <pc:docMk/>
            <pc:sldMk cId="2946097842" sldId="605"/>
            <ac:spMk id="3" creationId="{B0B04220-DE7F-0DE9-39A2-DEDC4FCE1030}"/>
          </ac:spMkLst>
        </pc:spChg>
      </pc:sldChg>
      <pc:sldChg chg="new del">
        <pc:chgData name="Luis Baars" userId="e58e6b30-e918-4c99-b0a1-5ea4a8afa645" providerId="ADAL" clId="{7EF9D4E5-F6D0-4F3B-A09A-330CF9F94959}" dt="2024-12-05T18:54:57.432" v="510" actId="47"/>
        <pc:sldMkLst>
          <pc:docMk/>
          <pc:sldMk cId="1186064133" sldId="606"/>
        </pc:sldMkLst>
      </pc:sldChg>
      <pc:sldMasterChg chg="addSp delSp modSp mod modSldLayout">
        <pc:chgData name="Luis Baars" userId="e58e6b30-e918-4c99-b0a1-5ea4a8afa645" providerId="ADAL" clId="{7EF9D4E5-F6D0-4F3B-A09A-330CF9F94959}" dt="2024-12-05T18:56:00.354" v="546" actId="20577"/>
        <pc:sldMasterMkLst>
          <pc:docMk/>
          <pc:sldMasterMk cId="783141684" sldId="2147483661"/>
        </pc:sldMasterMkLst>
        <pc:spChg chg="add mod">
          <ac:chgData name="Luis Baars" userId="e58e6b30-e918-4c99-b0a1-5ea4a8afa645" providerId="ADAL" clId="{7EF9D4E5-F6D0-4F3B-A09A-330CF9F94959}" dt="2024-12-05T18:48:23.443" v="263"/>
          <ac:spMkLst>
            <pc:docMk/>
            <pc:sldMasterMk cId="783141684" sldId="2147483661"/>
            <ac:spMk id="2" creationId="{B031C862-88FA-588A-2F2D-83577250161C}"/>
          </ac:spMkLst>
        </pc:spChg>
        <pc:spChg chg="mod">
          <ac:chgData name="Luis Baars" userId="e58e6b30-e918-4c99-b0a1-5ea4a8afa645" providerId="ADAL" clId="{7EF9D4E5-F6D0-4F3B-A09A-330CF9F94959}" dt="2024-12-05T18:54:02.914" v="417" actId="20577"/>
          <ac:spMkLst>
            <pc:docMk/>
            <pc:sldMasterMk cId="783141684" sldId="2147483661"/>
            <ac:spMk id="1028" creationId="{00000000-0000-0000-0000-000000000000}"/>
          </ac:spMkLst>
        </pc:spChg>
        <pc:spChg chg="add del mod">
          <ac:chgData name="Luis Baars" userId="e58e6b30-e918-4c99-b0a1-5ea4a8afa645" providerId="ADAL" clId="{7EF9D4E5-F6D0-4F3B-A09A-330CF9F94959}" dt="2024-12-05T18:53:07.550" v="371" actId="108"/>
          <ac:spMkLst>
            <pc:docMk/>
            <pc:sldMasterMk cId="783141684" sldId="2147483661"/>
            <ac:spMk id="1029" creationId="{00000000-0000-0000-0000-000000000000}"/>
          </ac:spMkLst>
        </pc:spChg>
        <pc:spChg chg="mod">
          <ac:chgData name="Luis Baars" userId="e58e6b30-e918-4c99-b0a1-5ea4a8afa645" providerId="ADAL" clId="{7EF9D4E5-F6D0-4F3B-A09A-330CF9F94959}" dt="2024-12-05T18:56:00.354" v="546" actId="20577"/>
          <ac:spMkLst>
            <pc:docMk/>
            <pc:sldMasterMk cId="783141684" sldId="2147483661"/>
            <ac:spMk id="343048" creationId="{00000000-0000-0000-0000-000000000000}"/>
          </ac:spMkLst>
        </pc:spChg>
        <pc:sldLayoutChg chg="addSp delSp modSp mod">
          <pc:chgData name="Luis Baars" userId="e58e6b30-e918-4c99-b0a1-5ea4a8afa645" providerId="ADAL" clId="{7EF9D4E5-F6D0-4F3B-A09A-330CF9F94959}" dt="2024-12-05T18:44:01.119" v="127" actId="478"/>
          <pc:sldLayoutMkLst>
            <pc:docMk/>
            <pc:sldMasterMk cId="783141684" sldId="2147483661"/>
            <pc:sldLayoutMk cId="1862388440" sldId="2147483662"/>
          </pc:sldLayoutMkLst>
          <pc:spChg chg="add del mod">
            <ac:chgData name="Luis Baars" userId="e58e6b30-e918-4c99-b0a1-5ea4a8afa645" providerId="ADAL" clId="{7EF9D4E5-F6D0-4F3B-A09A-330CF9F94959}" dt="2024-12-05T18:44:01.119" v="127" actId="478"/>
            <ac:spMkLst>
              <pc:docMk/>
              <pc:sldMasterMk cId="783141684" sldId="2147483661"/>
              <pc:sldLayoutMk cId="1862388440" sldId="2147483662"/>
              <ac:spMk id="3" creationId="{C9AC4BC2-CE5D-9E85-5C08-4BDCB0A614F6}"/>
            </ac:spMkLst>
          </pc:spChg>
          <pc:spChg chg="add del">
            <ac:chgData name="Luis Baars" userId="e58e6b30-e918-4c99-b0a1-5ea4a8afa645" providerId="ADAL" clId="{7EF9D4E5-F6D0-4F3B-A09A-330CF9F94959}" dt="2024-12-05T18:38:38.883" v="45" actId="11529"/>
            <ac:spMkLst>
              <pc:docMk/>
              <pc:sldMasterMk cId="783141684" sldId="2147483661"/>
              <pc:sldLayoutMk cId="1862388440" sldId="2147483662"/>
              <ac:spMk id="5" creationId="{F1B1E57F-8408-8EE3-9BE6-195E93FF9515}"/>
            </ac:spMkLst>
          </pc:spChg>
          <pc:spChg chg="del">
            <ac:chgData name="Luis Baars" userId="e58e6b30-e918-4c99-b0a1-5ea4a8afa645" providerId="ADAL" clId="{7EF9D4E5-F6D0-4F3B-A09A-330CF9F94959}" dt="2024-12-05T18:40:15.503" v="72" actId="478"/>
            <ac:spMkLst>
              <pc:docMk/>
              <pc:sldMasterMk cId="783141684" sldId="2147483661"/>
              <pc:sldLayoutMk cId="1862388440" sldId="2147483662"/>
              <ac:spMk id="6" creationId="{F60025D4-BBBC-41C6-AD83-F2D559F83560}"/>
            </ac:spMkLst>
          </pc:spChg>
          <pc:spChg chg="add mod ord">
            <ac:chgData name="Luis Baars" userId="e58e6b30-e918-4c99-b0a1-5ea4a8afa645" providerId="ADAL" clId="{7EF9D4E5-F6D0-4F3B-A09A-330CF9F94959}" dt="2024-12-05T18:40:11.795" v="71" actId="167"/>
            <ac:spMkLst>
              <pc:docMk/>
              <pc:sldMasterMk cId="783141684" sldId="2147483661"/>
              <pc:sldLayoutMk cId="1862388440" sldId="2147483662"/>
              <ac:spMk id="7" creationId="{557FA2BA-0B62-8E31-A95B-C254A2F40FCE}"/>
            </ac:spMkLst>
          </pc:spChg>
          <pc:spChg chg="add del">
            <ac:chgData name="Luis Baars" userId="e58e6b30-e918-4c99-b0a1-5ea4a8afa645" providerId="ADAL" clId="{7EF9D4E5-F6D0-4F3B-A09A-330CF9F94959}" dt="2024-12-05T18:42:48.426" v="99" actId="11529"/>
            <ac:spMkLst>
              <pc:docMk/>
              <pc:sldMasterMk cId="783141684" sldId="2147483661"/>
              <pc:sldLayoutMk cId="1862388440" sldId="2147483662"/>
              <ac:spMk id="10" creationId="{41427BB0-34D7-5ABD-E8DC-0FB2675045EA}"/>
            </ac:spMkLst>
          </pc:spChg>
          <pc:spChg chg="add mod ord">
            <ac:chgData name="Luis Baars" userId="e58e6b30-e918-4c99-b0a1-5ea4a8afa645" providerId="ADAL" clId="{7EF9D4E5-F6D0-4F3B-A09A-330CF9F94959}" dt="2024-12-05T18:43:54.503" v="125" actId="167"/>
            <ac:spMkLst>
              <pc:docMk/>
              <pc:sldMasterMk cId="783141684" sldId="2147483661"/>
              <pc:sldLayoutMk cId="1862388440" sldId="2147483662"/>
              <ac:spMk id="11" creationId="{4100B65C-DB24-46AA-E65E-72F57BEAE4F9}"/>
            </ac:spMkLst>
          </pc:spChg>
        </pc:sldLayoutChg>
        <pc:sldLayoutChg chg="modSp mod">
          <pc:chgData name="Luis Baars" userId="e58e6b30-e918-4c99-b0a1-5ea4a8afa645" providerId="ADAL" clId="{7EF9D4E5-F6D0-4F3B-A09A-330CF9F94959}" dt="2024-12-05T18:54:13.909" v="460" actId="20577"/>
          <pc:sldLayoutMkLst>
            <pc:docMk/>
            <pc:sldMasterMk cId="783141684" sldId="2147483661"/>
            <pc:sldLayoutMk cId="1112590848" sldId="2147483663"/>
          </pc:sldLayoutMkLst>
          <pc:spChg chg="mod">
            <ac:chgData name="Luis Baars" userId="e58e6b30-e918-4c99-b0a1-5ea4a8afa645" providerId="ADAL" clId="{7EF9D4E5-F6D0-4F3B-A09A-330CF9F94959}" dt="2024-12-05T18:54:13.909" v="460" actId="20577"/>
            <ac:spMkLst>
              <pc:docMk/>
              <pc:sldMasterMk cId="783141684" sldId="2147483661"/>
              <pc:sldLayoutMk cId="1112590848" sldId="2147483663"/>
              <ac:spMk id="2" creationId="{00000000-0000-0000-0000-000000000000}"/>
            </ac:spMkLst>
          </pc:spChg>
          <pc:spChg chg="mod">
            <ac:chgData name="Luis Baars" userId="e58e6b30-e918-4c99-b0a1-5ea4a8afa645" providerId="ADAL" clId="{7EF9D4E5-F6D0-4F3B-A09A-330CF9F94959}" dt="2024-12-05T18:51:56.935" v="368" actId="14100"/>
            <ac:spMkLst>
              <pc:docMk/>
              <pc:sldMasterMk cId="783141684" sldId="2147483661"/>
              <pc:sldLayoutMk cId="1112590848" sldId="2147483663"/>
              <ac:spMk id="3" creationId="{00000000-0000-0000-0000-000000000000}"/>
            </ac:spMkLst>
          </pc:spChg>
        </pc:sldLayoutChg>
        <pc:sldLayoutChg chg="modSp mod">
          <pc:chgData name="Luis Baars" userId="e58e6b30-e918-4c99-b0a1-5ea4a8afa645" providerId="ADAL" clId="{7EF9D4E5-F6D0-4F3B-A09A-330CF9F94959}" dt="2024-12-05T18:54:26.409" v="505" actId="20577"/>
          <pc:sldLayoutMkLst>
            <pc:docMk/>
            <pc:sldMasterMk cId="783141684" sldId="2147483661"/>
            <pc:sldLayoutMk cId="125103554" sldId="2147483664"/>
          </pc:sldLayoutMkLst>
          <pc:spChg chg="mod">
            <ac:chgData name="Luis Baars" userId="e58e6b30-e918-4c99-b0a1-5ea4a8afa645" providerId="ADAL" clId="{7EF9D4E5-F6D0-4F3B-A09A-330CF9F94959}" dt="2024-12-05T18:54:26.409" v="505" actId="20577"/>
            <ac:spMkLst>
              <pc:docMk/>
              <pc:sldMasterMk cId="783141684" sldId="2147483661"/>
              <pc:sldLayoutMk cId="125103554" sldId="2147483664"/>
              <ac:spMk id="2"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94EAB8-7852-4B56-B494-C0FEF3FD3268}" type="datetimeFigureOut">
              <a:rPr lang="en-US" smtClean="0"/>
              <a:t>4/7/2026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A2A838-7E49-44CA-8A81-3CB5A0FDFE73}" type="slidenum">
              <a:rPr lang="en-US" smtClean="0"/>
              <a:t>‹#›</a:t>
            </a:fld>
            <a:endParaRPr lang="en-US"/>
          </a:p>
        </p:txBody>
      </p:sp>
    </p:spTree>
    <p:extLst>
      <p:ext uri="{BB962C8B-B14F-4D97-AF65-F5344CB8AC3E}">
        <p14:creationId xmlns:p14="http://schemas.microsoft.com/office/powerpoint/2010/main" val="31993901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D1BA39-5D19-4D15-BEE2-68456FF52C05}"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1D8F1E-55F0-4971-87AB-252D85A155A9}" type="slidenum">
              <a:rPr lang="en-US" smtClean="0"/>
              <a:t>‹#›</a:t>
            </a:fld>
            <a:endParaRPr lang="en-US"/>
          </a:p>
        </p:txBody>
      </p:sp>
    </p:spTree>
    <p:extLst>
      <p:ext uri="{BB962C8B-B14F-4D97-AF65-F5344CB8AC3E}">
        <p14:creationId xmlns:p14="http://schemas.microsoft.com/office/powerpoint/2010/main" val="3512954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1D8F1E-55F0-4971-87AB-252D85A155A9}" type="slidenum">
              <a:rPr lang="en-US" smtClean="0"/>
              <a:t>3</a:t>
            </a:fld>
            <a:endParaRPr lang="en-US"/>
          </a:p>
        </p:txBody>
      </p:sp>
    </p:spTree>
    <p:extLst>
      <p:ext uri="{BB962C8B-B14F-4D97-AF65-F5344CB8AC3E}">
        <p14:creationId xmlns:p14="http://schemas.microsoft.com/office/powerpoint/2010/main" val="31392140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kgammage/Documents/CustomerWork/Meatballs/NASA.gif" TargetMode="External"/><Relationship Id="rId2" Type="http://schemas.openxmlformats.org/officeDocument/2006/relationships/image" Target="../media/image1.gi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4100B65C-DB24-46AA-E65E-72F57BEAE4F9}"/>
              </a:ext>
            </a:extLst>
          </p:cNvPr>
          <p:cNvSpPr>
            <a:spLocks noGrp="1"/>
          </p:cNvSpPr>
          <p:nvPr>
            <p:ph type="body" sz="quarter" idx="11" hasCustomPrompt="1"/>
          </p:nvPr>
        </p:nvSpPr>
        <p:spPr>
          <a:xfrm>
            <a:off x="5438775" y="3376080"/>
            <a:ext cx="6365875" cy="2071687"/>
          </a:xfrm>
          <a:prstGeom prst="rect">
            <a:avLst/>
          </a:prstGeom>
        </p:spPr>
        <p:txBody>
          <a:bodyPr anchor="ctr" anchorCtr="0"/>
          <a:lstStyle>
            <a:lvl1pPr marL="0" indent="0" algn="ctr">
              <a:buNone/>
              <a:defRPr sz="2400"/>
            </a:lvl1pPr>
          </a:lstStyle>
          <a:p>
            <a:pPr lvl="0"/>
            <a:r>
              <a:rPr lang="en-US" dirty="0"/>
              <a:t>Name(s)</a:t>
            </a:r>
            <a:br>
              <a:rPr lang="en-US" dirty="0"/>
            </a:br>
            <a:r>
              <a:rPr lang="en-US" dirty="0"/>
              <a:t>Date</a:t>
            </a:r>
          </a:p>
        </p:txBody>
      </p:sp>
      <p:sp>
        <p:nvSpPr>
          <p:cNvPr id="7" name="Text Placeholder 6">
            <a:extLst>
              <a:ext uri="{FF2B5EF4-FFF2-40B4-BE49-F238E27FC236}">
                <a16:creationId xmlns:a16="http://schemas.microsoft.com/office/drawing/2014/main" id="{557FA2BA-0B62-8E31-A95B-C254A2F40FCE}"/>
              </a:ext>
            </a:extLst>
          </p:cNvPr>
          <p:cNvSpPr>
            <a:spLocks noGrp="1"/>
          </p:cNvSpPr>
          <p:nvPr>
            <p:ph type="body" sz="quarter" idx="10" hasCustomPrompt="1"/>
          </p:nvPr>
        </p:nvSpPr>
        <p:spPr>
          <a:xfrm>
            <a:off x="5438775" y="1304925"/>
            <a:ext cx="6400800" cy="1704975"/>
          </a:xfrm>
          <a:prstGeom prst="rect">
            <a:avLst/>
          </a:prstGeom>
        </p:spPr>
        <p:txBody>
          <a:bodyPr anchor="ctr" anchorCtr="0"/>
          <a:lstStyle>
            <a:lvl1pPr marL="0" indent="0" algn="ctr">
              <a:buNone/>
              <a:defRPr sz="3600">
                <a:solidFill>
                  <a:schemeClr val="accent2"/>
                </a:solidFill>
              </a:defRPr>
            </a:lvl1pPr>
          </a:lstStyle>
          <a:p>
            <a:pPr lvl="0"/>
            <a:r>
              <a:rPr lang="en-US" dirty="0"/>
              <a:t>Presentation Title</a:t>
            </a:r>
          </a:p>
        </p:txBody>
      </p:sp>
      <p:sp>
        <p:nvSpPr>
          <p:cNvPr id="2" name="Rectangle 2"/>
          <p:cNvSpPr>
            <a:spLocks noGrp="1" noChangeArrowheads="1"/>
          </p:cNvSpPr>
          <p:nvPr/>
        </p:nvSpPr>
        <p:spPr bwMode="auto">
          <a:xfrm>
            <a:off x="880533" y="0"/>
            <a:ext cx="10701867" cy="1143000"/>
          </a:xfrm>
          <a:prstGeom prst="rect">
            <a:avLst/>
          </a:prstGeom>
        </p:spPr>
        <p:txBody>
          <a:bodyPr anchor="ctr"/>
          <a:lstStyle/>
          <a:p>
            <a:pPr algn="ctr" eaLnBrk="0" hangingPunct="0">
              <a:defRPr/>
            </a:pPr>
            <a:endParaRPr lang="en-US" sz="3200">
              <a:solidFill>
                <a:schemeClr val="tx1"/>
              </a:solidFill>
              <a:latin typeface="Calibri" pitchFamily="34" charset="0"/>
            </a:endParaRPr>
          </a:p>
        </p:txBody>
      </p:sp>
      <p:pic>
        <p:nvPicPr>
          <p:cNvPr id="4" name="NASA.gif" descr="/Users/kgammage/Documents/CustomerWork/Meatballs/NASA.gif">
            <a:extLst>
              <a:ext uri="{FF2B5EF4-FFF2-40B4-BE49-F238E27FC236}">
                <a16:creationId xmlns:a16="http://schemas.microsoft.com/office/drawing/2014/main" id="{883665E2-7259-4BD0-80AF-24DB9B899282}"/>
              </a:ext>
            </a:extLst>
          </p:cNvPr>
          <p:cNvPicPr>
            <a:picLocks noChangeAspect="1"/>
          </p:cNvPicPr>
          <p:nvPr userDrawn="1"/>
        </p:nvPicPr>
        <p:blipFill>
          <a:blip r:embed="rId2" r:link="rId3"/>
          <a:stretch>
            <a:fillRect/>
          </a:stretch>
        </p:blipFill>
        <p:spPr>
          <a:xfrm>
            <a:off x="221490" y="149479"/>
            <a:ext cx="3623145" cy="3115904"/>
          </a:xfrm>
          <a:prstGeom prst="rect">
            <a:avLst/>
          </a:prstGeom>
        </p:spPr>
      </p:pic>
      <p:sp>
        <p:nvSpPr>
          <p:cNvPr id="9" name="Rectangle 2">
            <a:extLst>
              <a:ext uri="{FF2B5EF4-FFF2-40B4-BE49-F238E27FC236}">
                <a16:creationId xmlns:a16="http://schemas.microsoft.com/office/drawing/2014/main" id="{69EBD24E-A1FA-4CEE-AF52-3DF829C5EA99}"/>
              </a:ext>
            </a:extLst>
          </p:cNvPr>
          <p:cNvSpPr txBox="1">
            <a:spLocks noChangeArrowheads="1"/>
          </p:cNvSpPr>
          <p:nvPr userDrawn="1"/>
        </p:nvSpPr>
        <p:spPr bwMode="auto">
          <a:xfrm>
            <a:off x="4237390" y="5862"/>
            <a:ext cx="7948748" cy="633045"/>
          </a:xfrm>
          <a:prstGeom prst="rect">
            <a:avLst/>
          </a:prstGeom>
          <a:solidFill>
            <a:srgbClr val="FFFFFF"/>
          </a:solidFill>
          <a:ln w="9525">
            <a:solidFill>
              <a:schemeClr val="bg1"/>
            </a:solidFill>
            <a:miter lim="800000"/>
            <a:headEnd/>
            <a:tailEnd/>
          </a:ln>
        </p:spPr>
        <p:txBody>
          <a:bodyPr vert="horz" wrap="square" lIns="91440" tIns="45720" rIns="91440" bIns="45720" numCol="1" anchor="ctr" anchorCtr="0" compatLnSpc="1">
            <a:prstTxWarp prst="textNoShape">
              <a:avLst/>
            </a:prstTxWarp>
          </a:bodyPr>
          <a:lstStyle>
            <a:lvl1pPr algn="r" rtl="0" eaLnBrk="0" fontAlgn="base" hangingPunct="0">
              <a:spcBef>
                <a:spcPct val="0"/>
              </a:spcBef>
              <a:spcAft>
                <a:spcPct val="0"/>
              </a:spcAft>
              <a:defRPr sz="3200" b="1">
                <a:solidFill>
                  <a:srgbClr val="000000"/>
                </a:solidFill>
                <a:latin typeface="Arial" pitchFamily="34" charset="0"/>
                <a:ea typeface="+mj-ea"/>
                <a:cs typeface="Arial" pitchFamily="34" charset="0"/>
              </a:defRPr>
            </a:lvl1pPr>
            <a:lvl2pPr algn="ctr" rtl="0" eaLnBrk="0" fontAlgn="base" hangingPunct="0">
              <a:spcBef>
                <a:spcPct val="0"/>
              </a:spcBef>
              <a:spcAft>
                <a:spcPct val="0"/>
              </a:spcAft>
              <a:defRPr sz="3200">
                <a:solidFill>
                  <a:schemeClr val="tx1"/>
                </a:solidFill>
                <a:latin typeface="Calibri" pitchFamily="34" charset="0"/>
              </a:defRPr>
            </a:lvl2pPr>
            <a:lvl3pPr algn="ctr" rtl="0" eaLnBrk="0" fontAlgn="base" hangingPunct="0">
              <a:spcBef>
                <a:spcPct val="0"/>
              </a:spcBef>
              <a:spcAft>
                <a:spcPct val="0"/>
              </a:spcAft>
              <a:defRPr sz="3200">
                <a:solidFill>
                  <a:schemeClr val="tx1"/>
                </a:solidFill>
                <a:latin typeface="Calibri" pitchFamily="34" charset="0"/>
              </a:defRPr>
            </a:lvl3pPr>
            <a:lvl4pPr algn="ctr" rtl="0" eaLnBrk="0" fontAlgn="base" hangingPunct="0">
              <a:spcBef>
                <a:spcPct val="0"/>
              </a:spcBef>
              <a:spcAft>
                <a:spcPct val="0"/>
              </a:spcAft>
              <a:defRPr sz="3200">
                <a:solidFill>
                  <a:schemeClr val="tx1"/>
                </a:solidFill>
                <a:latin typeface="Calibri" pitchFamily="34" charset="0"/>
              </a:defRPr>
            </a:lvl4pPr>
            <a:lvl5pPr algn="ctr" rtl="0" eaLnBrk="0" fontAlgn="base" hangingPunct="0">
              <a:spcBef>
                <a:spcPct val="0"/>
              </a:spcBef>
              <a:spcAft>
                <a:spcPct val="0"/>
              </a:spcAft>
              <a:defRPr sz="3200">
                <a:solidFill>
                  <a:schemeClr val="tx1"/>
                </a:solidFill>
                <a:latin typeface="Calibri" pitchFamily="34" charset="0"/>
              </a:defRPr>
            </a:lvl5pPr>
            <a:lvl6pPr marL="457200" algn="ctr" rtl="0" fontAlgn="base">
              <a:spcBef>
                <a:spcPct val="0"/>
              </a:spcBef>
              <a:spcAft>
                <a:spcPct val="0"/>
              </a:spcAft>
              <a:defRPr sz="3200" b="1">
                <a:solidFill>
                  <a:schemeClr val="accent2"/>
                </a:solidFill>
                <a:latin typeface="Arial" charset="0"/>
              </a:defRPr>
            </a:lvl6pPr>
            <a:lvl7pPr marL="914400" algn="ctr" rtl="0" fontAlgn="base">
              <a:spcBef>
                <a:spcPct val="0"/>
              </a:spcBef>
              <a:spcAft>
                <a:spcPct val="0"/>
              </a:spcAft>
              <a:defRPr sz="3200" b="1">
                <a:solidFill>
                  <a:schemeClr val="accent2"/>
                </a:solidFill>
                <a:latin typeface="Arial" charset="0"/>
              </a:defRPr>
            </a:lvl7pPr>
            <a:lvl8pPr marL="1371600" algn="ctr" rtl="0" fontAlgn="base">
              <a:spcBef>
                <a:spcPct val="0"/>
              </a:spcBef>
              <a:spcAft>
                <a:spcPct val="0"/>
              </a:spcAft>
              <a:defRPr sz="3200" b="1">
                <a:solidFill>
                  <a:schemeClr val="accent2"/>
                </a:solidFill>
                <a:latin typeface="Arial" charset="0"/>
              </a:defRPr>
            </a:lvl8pPr>
            <a:lvl9pPr marL="1828800" algn="ctr" rtl="0" fontAlgn="base">
              <a:spcBef>
                <a:spcPct val="0"/>
              </a:spcBef>
              <a:spcAft>
                <a:spcPct val="0"/>
              </a:spcAft>
              <a:defRPr sz="3200" b="1">
                <a:solidFill>
                  <a:schemeClr val="accent2"/>
                </a:solidFill>
                <a:latin typeface="Arial" charset="0"/>
              </a:defRPr>
            </a:lvl9pPr>
          </a:lstStyle>
          <a:p>
            <a:pPr algn="ctr" eaLnBrk="1" hangingPunct="1"/>
            <a:r>
              <a:rPr lang="en-US" altLang="en-US" kern="0" dirty="0"/>
              <a:t>Conjunction Assessment Risk Analysis</a:t>
            </a:r>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033062" y="2508398"/>
            <a:ext cx="2931448" cy="3725253"/>
          </a:xfrm>
          <a:prstGeom prst="rect">
            <a:avLst/>
          </a:prstGeom>
        </p:spPr>
      </p:pic>
    </p:spTree>
    <p:extLst>
      <p:ext uri="{BB962C8B-B14F-4D97-AF65-F5344CB8AC3E}">
        <p14:creationId xmlns:p14="http://schemas.microsoft.com/office/powerpoint/2010/main" val="1862388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21170" y="0"/>
            <a:ext cx="9530863" cy="1102659"/>
          </a:xfrm>
        </p:spPr>
        <p:txBody>
          <a:bodyPr/>
          <a:lstStyle>
            <a:lvl1pPr>
              <a:defRPr sz="3200" b="1"/>
            </a:lvl1pPr>
          </a:lstStyle>
          <a:p>
            <a:r>
              <a:rPr lang="en-US" dirty="0"/>
              <a:t>Slide Title</a:t>
            </a:r>
          </a:p>
        </p:txBody>
      </p:sp>
      <p:sp>
        <p:nvSpPr>
          <p:cNvPr id="3" name="Content Placeholder 2"/>
          <p:cNvSpPr>
            <a:spLocks noGrp="1"/>
          </p:cNvSpPr>
          <p:nvPr>
            <p:ph idx="1" hasCustomPrompt="1"/>
          </p:nvPr>
        </p:nvSpPr>
        <p:spPr>
          <a:xfrm>
            <a:off x="263951" y="1235233"/>
            <a:ext cx="11588081" cy="4978400"/>
          </a:xfrm>
          <a:prstGeom prst="rect">
            <a:avLst/>
          </a:prstGeom>
        </p:spPr>
        <p:txBody>
          <a:bodyPr>
            <a:normAutofit/>
          </a:bodyPr>
          <a:lstStyle>
            <a:lvl1pPr>
              <a:defRPr>
                <a:solidFill>
                  <a:srgbClr val="000000"/>
                </a:solidFill>
              </a:defRPr>
            </a:lvl1pPr>
            <a:lvl2pPr marL="457200" indent="-173736">
              <a:buFont typeface="Wingdings" panose="05000000000000000000" pitchFamily="2" charset="2"/>
              <a:buChar char="§"/>
              <a:defRPr>
                <a:solidFill>
                  <a:srgbClr val="000000"/>
                </a:solidFill>
              </a:defRPr>
            </a:lvl2pPr>
            <a:lvl3pPr marL="731520" indent="-173736">
              <a:buFont typeface="Arial" panose="020B0604020202020204" pitchFamily="34" charset="0"/>
              <a:buChar char="•"/>
              <a:defRPr>
                <a:solidFill>
                  <a:srgbClr val="000000"/>
                </a:solidFill>
              </a:defRPr>
            </a:lvl3pPr>
            <a:lvl4pPr>
              <a:defRPr>
                <a:solidFill>
                  <a:srgbClr val="000000"/>
                </a:solidFill>
              </a:defRPr>
            </a:lvl4pPr>
            <a:lvl5pPr>
              <a:defRPr>
                <a:solidFill>
                  <a:srgbClr val="000000"/>
                </a:solidFill>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2590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3429000"/>
            <a:ext cx="10360152" cy="1362075"/>
          </a:xfrm>
        </p:spPr>
        <p:txBody>
          <a:bodyPr anchor="ctr"/>
          <a:lstStyle>
            <a:lvl1pPr algn="l">
              <a:defRPr sz="4000" b="1" cap="all"/>
            </a:lvl1pPr>
          </a:lstStyle>
          <a:p>
            <a:r>
              <a:rPr lang="en-US" dirty="0"/>
              <a:t>Section Title</a:t>
            </a:r>
          </a:p>
        </p:txBody>
      </p:sp>
    </p:spTree>
    <p:extLst>
      <p:ext uri="{BB962C8B-B14F-4D97-AF65-F5344CB8AC3E}">
        <p14:creationId xmlns:p14="http://schemas.microsoft.com/office/powerpoint/2010/main" val="1251035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file://localhost/Users/kgammage/Documents/CustomerWork/Meatballs/NASA.gif" TargetMode="External"/><Relationship Id="rId5" Type="http://schemas.openxmlformats.org/officeDocument/2006/relationships/image" Target="../media/image1.gi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2321170" y="0"/>
            <a:ext cx="9530863"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Slide Title</a:t>
            </a:r>
          </a:p>
        </p:txBody>
      </p:sp>
      <p:sp>
        <p:nvSpPr>
          <p:cNvPr id="1029" name="Rectangle 3"/>
          <p:cNvSpPr>
            <a:spLocks noGrp="1" noChangeArrowheads="1"/>
          </p:cNvSpPr>
          <p:nvPr>
            <p:ph type="body" idx="1"/>
          </p:nvPr>
        </p:nvSpPr>
        <p:spPr bwMode="auto">
          <a:xfrm>
            <a:off x="273377" y="1239610"/>
            <a:ext cx="11578656" cy="4978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First level</a:t>
            </a:r>
          </a:p>
          <a:p>
            <a:pPr marL="457200" lvl="1" indent="-173736" algn="l" rtl="0" eaLnBrk="1" fontAlgn="base" hangingPunct="1">
              <a:spcBef>
                <a:spcPct val="20000"/>
              </a:spcBef>
              <a:spcAft>
                <a:spcPct val="0"/>
              </a:spcAft>
              <a:buFont typeface="Wingdings" panose="05000000000000000000" pitchFamily="2" charset="2"/>
              <a:buChar char="§"/>
            </a:pPr>
            <a:r>
              <a:rPr lang="en-US" dirty="0"/>
              <a:t>Second level</a:t>
            </a:r>
          </a:p>
          <a:p>
            <a:pPr lvl="2"/>
            <a:r>
              <a:rPr lang="en-US" dirty="0"/>
              <a:t>Third level</a:t>
            </a:r>
          </a:p>
          <a:p>
            <a:pPr lvl="3"/>
            <a:r>
              <a:rPr lang="en-US" dirty="0"/>
              <a:t>Fourth level</a:t>
            </a:r>
          </a:p>
          <a:p>
            <a:pPr lvl="4"/>
            <a:r>
              <a:rPr lang="en-US" dirty="0"/>
              <a:t>Fifth level</a:t>
            </a:r>
          </a:p>
        </p:txBody>
      </p:sp>
      <p:sp>
        <p:nvSpPr>
          <p:cNvPr id="343048" name="Text Box 8"/>
          <p:cNvSpPr txBox="1">
            <a:spLocks noChangeArrowheads="1"/>
          </p:cNvSpPr>
          <p:nvPr/>
        </p:nvSpPr>
        <p:spPr bwMode="auto">
          <a:xfrm>
            <a:off x="4496500" y="6470653"/>
            <a:ext cx="7413989" cy="276999"/>
          </a:xfrm>
          <a:prstGeom prst="rect">
            <a:avLst/>
          </a:prstGeom>
          <a:noFill/>
          <a:ln w="9525">
            <a:noFill/>
            <a:miter lim="800000"/>
            <a:headEnd/>
            <a:tailEnd/>
          </a:ln>
          <a:effectLst/>
        </p:spPr>
        <p:txBody>
          <a:bodyPr wrap="square">
            <a:spAutoFit/>
          </a:bodyPr>
          <a:lstStyle/>
          <a:p>
            <a:pPr algn="r">
              <a:spcBef>
                <a:spcPct val="50000"/>
              </a:spcBef>
              <a:defRPr/>
            </a:pPr>
            <a:r>
              <a:rPr lang="en-US" sz="1200" baseline="0" dirty="0">
                <a:solidFill>
                  <a:schemeClr val="bg1">
                    <a:lumMod val="50000"/>
                  </a:schemeClr>
                </a:solidFill>
                <a:latin typeface="Arial" charset="0"/>
              </a:rPr>
              <a:t>CARA Analysis Team | </a:t>
            </a:r>
            <a:fld id="{CE85CD8F-0A14-4882-8D17-95C970A51BDF}" type="slidenum">
              <a:rPr lang="en-US" sz="1200" smtClean="0">
                <a:solidFill>
                  <a:schemeClr val="bg1">
                    <a:lumMod val="50000"/>
                  </a:schemeClr>
                </a:solidFill>
                <a:latin typeface="Arial" charset="0"/>
              </a:rPr>
              <a:pPr algn="r">
                <a:spcBef>
                  <a:spcPct val="50000"/>
                </a:spcBef>
                <a:defRPr/>
              </a:pPr>
              <a:t>‹#›</a:t>
            </a:fld>
            <a:endParaRPr lang="en-US" sz="1200" dirty="0">
              <a:solidFill>
                <a:schemeClr val="bg1">
                  <a:lumMod val="50000"/>
                </a:schemeClr>
              </a:solidFill>
              <a:latin typeface="Arial" charset="0"/>
            </a:endParaRPr>
          </a:p>
        </p:txBody>
      </p:sp>
      <p:sp>
        <p:nvSpPr>
          <p:cNvPr id="343058" name="Rectangle 18"/>
          <p:cNvSpPr>
            <a:spLocks noChangeArrowheads="1"/>
          </p:cNvSpPr>
          <p:nvPr userDrawn="1"/>
        </p:nvSpPr>
        <p:spPr bwMode="auto">
          <a:xfrm>
            <a:off x="0" y="1112838"/>
            <a:ext cx="12192000" cy="42862"/>
          </a:xfrm>
          <a:prstGeom prst="rect">
            <a:avLst/>
          </a:prstGeom>
          <a:solidFill>
            <a:schemeClr val="tx1"/>
          </a:solidFill>
          <a:ln w="9525">
            <a:noFill/>
            <a:miter lim="800000"/>
            <a:headEnd/>
            <a:tailEnd/>
          </a:ln>
          <a:effectLst/>
        </p:spPr>
        <p:txBody>
          <a:bodyPr wrap="none" anchor="ctr"/>
          <a:lstStyle/>
          <a:p>
            <a:pPr algn="ctr">
              <a:defRPr/>
            </a:pPr>
            <a:endParaRPr lang="en-US" sz="2000"/>
          </a:p>
        </p:txBody>
      </p:sp>
      <p:pic>
        <p:nvPicPr>
          <p:cNvPr id="16" name="NASA.gif" descr="/Users/kgammage/Documents/CustomerWork/Meatballs/NASA.gif">
            <a:extLst>
              <a:ext uri="{FF2B5EF4-FFF2-40B4-BE49-F238E27FC236}">
                <a16:creationId xmlns:a16="http://schemas.microsoft.com/office/drawing/2014/main" id="{D66E4B62-CB7A-4227-8352-F4F59944C8DE}"/>
              </a:ext>
            </a:extLst>
          </p:cNvPr>
          <p:cNvPicPr>
            <a:picLocks noChangeAspect="1"/>
          </p:cNvPicPr>
          <p:nvPr userDrawn="1"/>
        </p:nvPicPr>
        <p:blipFill>
          <a:blip r:embed="rId5" r:link="rId6"/>
          <a:stretch>
            <a:fillRect/>
          </a:stretch>
        </p:blipFill>
        <p:spPr>
          <a:xfrm>
            <a:off x="94699" y="36453"/>
            <a:ext cx="1203371" cy="1034899"/>
          </a:xfrm>
          <a:prstGeom prst="rect">
            <a:avLst/>
          </a:prstGeom>
        </p:spPr>
      </p:pic>
      <p:pic>
        <p:nvPicPr>
          <p:cNvPr id="8" name="Picture 7"/>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1391487" y="40141"/>
            <a:ext cx="836266" cy="1062717"/>
          </a:xfrm>
          <a:prstGeom prst="rect">
            <a:avLst/>
          </a:prstGeom>
        </p:spPr>
      </p:pic>
    </p:spTree>
    <p:extLst>
      <p:ext uri="{BB962C8B-B14F-4D97-AF65-F5344CB8AC3E}">
        <p14:creationId xmlns:p14="http://schemas.microsoft.com/office/powerpoint/2010/main" val="78314168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r" rtl="0" eaLnBrk="1" fontAlgn="base" hangingPunct="1">
        <a:spcBef>
          <a:spcPct val="0"/>
        </a:spcBef>
        <a:spcAft>
          <a:spcPct val="0"/>
        </a:spcAft>
        <a:defRPr sz="3200" b="1">
          <a:solidFill>
            <a:srgbClr val="000000"/>
          </a:solidFill>
          <a:latin typeface="Arial" pitchFamily="34" charset="0"/>
          <a:ea typeface="+mj-ea"/>
          <a:cs typeface="Arial" pitchFamily="34" charset="0"/>
        </a:defRPr>
      </a:lvl1pPr>
      <a:lvl2pPr algn="ctr" rtl="0" eaLnBrk="1" fontAlgn="base" hangingPunct="1">
        <a:spcBef>
          <a:spcPct val="0"/>
        </a:spcBef>
        <a:spcAft>
          <a:spcPct val="0"/>
        </a:spcAft>
        <a:defRPr sz="3200">
          <a:solidFill>
            <a:schemeClr val="tx1"/>
          </a:solidFill>
          <a:latin typeface="Calibri" pitchFamily="34" charset="0"/>
        </a:defRPr>
      </a:lvl2pPr>
      <a:lvl3pPr algn="ctr" rtl="0" eaLnBrk="1" fontAlgn="base" hangingPunct="1">
        <a:spcBef>
          <a:spcPct val="0"/>
        </a:spcBef>
        <a:spcAft>
          <a:spcPct val="0"/>
        </a:spcAft>
        <a:defRPr sz="3200">
          <a:solidFill>
            <a:schemeClr val="tx1"/>
          </a:solidFill>
          <a:latin typeface="Calibri" pitchFamily="34" charset="0"/>
        </a:defRPr>
      </a:lvl3pPr>
      <a:lvl4pPr algn="ctr" rtl="0" eaLnBrk="1" fontAlgn="base" hangingPunct="1">
        <a:spcBef>
          <a:spcPct val="0"/>
        </a:spcBef>
        <a:spcAft>
          <a:spcPct val="0"/>
        </a:spcAft>
        <a:defRPr sz="3200">
          <a:solidFill>
            <a:schemeClr val="tx1"/>
          </a:solidFill>
          <a:latin typeface="Calibri" pitchFamily="34" charset="0"/>
        </a:defRPr>
      </a:lvl4pPr>
      <a:lvl5pPr algn="ctr" rtl="0" eaLnBrk="1" fontAlgn="base" hangingPunct="1">
        <a:spcBef>
          <a:spcPct val="0"/>
        </a:spcBef>
        <a:spcAft>
          <a:spcPct val="0"/>
        </a:spcAft>
        <a:defRPr sz="3200">
          <a:solidFill>
            <a:schemeClr val="tx1"/>
          </a:solidFill>
          <a:latin typeface="Calibri" pitchFamily="34" charset="0"/>
        </a:defRPr>
      </a:lvl5pPr>
      <a:lvl6pPr marL="457200" algn="ctr" rtl="0" eaLnBrk="1" fontAlgn="base" hangingPunct="1">
        <a:spcBef>
          <a:spcPct val="0"/>
        </a:spcBef>
        <a:spcAft>
          <a:spcPct val="0"/>
        </a:spcAft>
        <a:defRPr sz="3200" b="1">
          <a:solidFill>
            <a:schemeClr val="accent2"/>
          </a:solidFill>
          <a:latin typeface="Arial" charset="0"/>
        </a:defRPr>
      </a:lvl6pPr>
      <a:lvl7pPr marL="914400" algn="ctr" rtl="0" eaLnBrk="1" fontAlgn="base" hangingPunct="1">
        <a:spcBef>
          <a:spcPct val="0"/>
        </a:spcBef>
        <a:spcAft>
          <a:spcPct val="0"/>
        </a:spcAft>
        <a:defRPr sz="3200" b="1">
          <a:solidFill>
            <a:schemeClr val="accent2"/>
          </a:solidFill>
          <a:latin typeface="Arial" charset="0"/>
        </a:defRPr>
      </a:lvl7pPr>
      <a:lvl8pPr marL="1371600" algn="ctr" rtl="0" eaLnBrk="1" fontAlgn="base" hangingPunct="1">
        <a:spcBef>
          <a:spcPct val="0"/>
        </a:spcBef>
        <a:spcAft>
          <a:spcPct val="0"/>
        </a:spcAft>
        <a:defRPr sz="3200" b="1">
          <a:solidFill>
            <a:schemeClr val="accent2"/>
          </a:solidFill>
          <a:latin typeface="Arial" charset="0"/>
        </a:defRPr>
      </a:lvl8pPr>
      <a:lvl9pPr marL="1828800" algn="ctr" rtl="0" eaLnBrk="1" fontAlgn="base" hangingPunct="1">
        <a:spcBef>
          <a:spcPct val="0"/>
        </a:spcBef>
        <a:spcAft>
          <a:spcPct val="0"/>
        </a:spcAft>
        <a:defRPr sz="3200" b="1">
          <a:solidFill>
            <a:schemeClr val="accent2"/>
          </a:solidFill>
          <a:latin typeface="Arial" charset="0"/>
        </a:defRPr>
      </a:lvl9pPr>
    </p:titleStyle>
    <p:bodyStyle>
      <a:lvl1pPr marL="164592" indent="-164592" algn="l" rtl="0" eaLnBrk="1" fontAlgn="base" hangingPunct="1">
        <a:spcBef>
          <a:spcPct val="20000"/>
        </a:spcBef>
        <a:spcAft>
          <a:spcPct val="0"/>
        </a:spcAft>
        <a:buChar char="•"/>
        <a:defRPr sz="2800" b="1">
          <a:solidFill>
            <a:srgbClr val="000000"/>
          </a:solidFill>
          <a:latin typeface="Arial" pitchFamily="34" charset="0"/>
          <a:ea typeface="+mn-ea"/>
          <a:cs typeface="Arial" pitchFamily="34" charset="0"/>
        </a:defRPr>
      </a:lvl1pPr>
      <a:lvl2pPr marL="457200" indent="-173736" algn="l" rtl="0" eaLnBrk="1" fontAlgn="base" hangingPunct="1">
        <a:spcBef>
          <a:spcPct val="20000"/>
        </a:spcBef>
        <a:spcAft>
          <a:spcPct val="0"/>
        </a:spcAft>
        <a:buChar char="–"/>
        <a:defRPr lang="en-US" sz="2400" dirty="0">
          <a:solidFill>
            <a:srgbClr val="000000"/>
          </a:solidFill>
          <a:latin typeface="Arial" pitchFamily="34" charset="0"/>
          <a:cs typeface="Arial" pitchFamily="34" charset="0"/>
        </a:defRPr>
      </a:lvl2pPr>
      <a:lvl3pPr marL="731520" indent="-173736" algn="l" rtl="0" eaLnBrk="1" fontAlgn="base" hangingPunct="1">
        <a:spcBef>
          <a:spcPct val="20000"/>
        </a:spcBef>
        <a:spcAft>
          <a:spcPct val="0"/>
        </a:spcAft>
        <a:buChar char="•"/>
        <a:defRPr sz="2200">
          <a:solidFill>
            <a:srgbClr val="000000"/>
          </a:solidFill>
          <a:latin typeface="Arial" pitchFamily="34" charset="0"/>
          <a:cs typeface="Arial" pitchFamily="34" charset="0"/>
        </a:defRPr>
      </a:lvl3pPr>
      <a:lvl4pPr marL="1005840" indent="-228600" algn="l" rtl="0" eaLnBrk="1" fontAlgn="base" hangingPunct="1">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1280160" indent="-228600" algn="l" rtl="0" eaLnBrk="1" fontAlgn="base" hangingPunct="1">
        <a:spcBef>
          <a:spcPct val="20000"/>
        </a:spcBef>
        <a:spcAft>
          <a:spcPct val="0"/>
        </a:spcAft>
        <a:buFont typeface="Arial" panose="020B0604020202020204" pitchFamily="34" charset="0"/>
        <a:buChar char="•"/>
        <a:defRPr sz="1800">
          <a:solidFill>
            <a:srgbClr val="000000"/>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a:solidFill>
            <a:schemeClr val="accent2"/>
          </a:solidFill>
          <a:latin typeface="+mn-lt"/>
        </a:defRPr>
      </a:lvl6pPr>
      <a:lvl7pPr marL="2971800" indent="-228600" algn="l" rtl="0" eaLnBrk="1" fontAlgn="base" hangingPunct="1">
        <a:spcBef>
          <a:spcPct val="20000"/>
        </a:spcBef>
        <a:spcAft>
          <a:spcPct val="0"/>
        </a:spcAft>
        <a:buChar char="»"/>
        <a:defRPr>
          <a:solidFill>
            <a:schemeClr val="accent2"/>
          </a:solidFill>
          <a:latin typeface="+mn-lt"/>
        </a:defRPr>
      </a:lvl7pPr>
      <a:lvl8pPr marL="3429000" indent="-228600" algn="l" rtl="0" eaLnBrk="1" fontAlgn="base" hangingPunct="1">
        <a:spcBef>
          <a:spcPct val="20000"/>
        </a:spcBef>
        <a:spcAft>
          <a:spcPct val="0"/>
        </a:spcAft>
        <a:buChar char="»"/>
        <a:defRPr>
          <a:solidFill>
            <a:schemeClr val="accent2"/>
          </a:solidFill>
          <a:latin typeface="+mn-lt"/>
        </a:defRPr>
      </a:lvl8pPr>
      <a:lvl9pPr marL="3886200" indent="-228600" algn="l" rtl="0" eaLnBrk="1" fontAlgn="base" hangingPunct="1">
        <a:spcBef>
          <a:spcPct val="20000"/>
        </a:spcBef>
        <a:spcAft>
          <a:spcPct val="0"/>
        </a:spcAft>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41E1D7-096B-3D90-7A27-48122BAA2DBB}"/>
              </a:ext>
            </a:extLst>
          </p:cNvPr>
          <p:cNvSpPr>
            <a:spLocks noGrp="1"/>
          </p:cNvSpPr>
          <p:nvPr>
            <p:ph type="body" sz="quarter" idx="11"/>
          </p:nvPr>
        </p:nvSpPr>
        <p:spPr>
          <a:xfrm>
            <a:off x="5296147" y="3429000"/>
            <a:ext cx="6365875" cy="760357"/>
          </a:xfrm>
        </p:spPr>
        <p:txBody>
          <a:bodyPr/>
          <a:lstStyle/>
          <a:p>
            <a:r>
              <a:rPr lang="en-US" dirty="0"/>
              <a:t>March 2026</a:t>
            </a:r>
          </a:p>
        </p:txBody>
      </p:sp>
      <p:sp>
        <p:nvSpPr>
          <p:cNvPr id="3" name="Text Placeholder 2">
            <a:extLst>
              <a:ext uri="{FF2B5EF4-FFF2-40B4-BE49-F238E27FC236}">
                <a16:creationId xmlns:a16="http://schemas.microsoft.com/office/drawing/2014/main" id="{71C71BC6-4835-80D3-D742-7ED55524FEA2}"/>
              </a:ext>
            </a:extLst>
          </p:cNvPr>
          <p:cNvSpPr>
            <a:spLocks noGrp="1"/>
          </p:cNvSpPr>
          <p:nvPr>
            <p:ph type="body" sz="quarter" idx="10"/>
          </p:nvPr>
        </p:nvSpPr>
        <p:spPr>
          <a:xfrm>
            <a:off x="5261222" y="2319197"/>
            <a:ext cx="6400800" cy="1704975"/>
          </a:xfrm>
        </p:spPr>
        <p:txBody>
          <a:bodyPr/>
          <a:lstStyle/>
          <a:p>
            <a:r>
              <a:rPr lang="en-US" dirty="0" err="1"/>
              <a:t>EphemerisPc</a:t>
            </a:r>
            <a:r>
              <a:rPr lang="en-US" dirty="0"/>
              <a:t> Example</a:t>
            </a:r>
          </a:p>
        </p:txBody>
      </p:sp>
    </p:spTree>
    <p:extLst>
      <p:ext uri="{BB962C8B-B14F-4D97-AF65-F5344CB8AC3E}">
        <p14:creationId xmlns:p14="http://schemas.microsoft.com/office/powerpoint/2010/main" val="700902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F4867-E83F-959E-A494-9A1AFBDAA04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8425FC4-F025-62F4-9B37-713031C92889}"/>
              </a:ext>
            </a:extLst>
          </p:cNvPr>
          <p:cNvSpPr>
            <a:spLocks noGrp="1"/>
          </p:cNvSpPr>
          <p:nvPr>
            <p:ph idx="1"/>
          </p:nvPr>
        </p:nvSpPr>
        <p:spPr>
          <a:xfrm>
            <a:off x="263951" y="1235233"/>
            <a:ext cx="11588081" cy="5509516"/>
          </a:xfrm>
        </p:spPr>
        <p:txBody>
          <a:bodyPr>
            <a:normAutofit/>
          </a:bodyPr>
          <a:lstStyle/>
          <a:p>
            <a:r>
              <a:rPr lang="en-US" dirty="0"/>
              <a:t>The ‘Example’ folder in the </a:t>
            </a:r>
            <a:r>
              <a:rPr lang="en-US" dirty="0" err="1"/>
              <a:t>EphemerisPc</a:t>
            </a:r>
            <a:r>
              <a:rPr lang="en-US" dirty="0"/>
              <a:t> directory contains the inputs and outputs for a high relative velocity LEO conjunction scenario, which can be run using ‘</a:t>
            </a:r>
            <a:r>
              <a:rPr lang="en-US" dirty="0" err="1"/>
              <a:t>RunExamples.m</a:t>
            </a:r>
            <a:r>
              <a:rPr lang="en-US" dirty="0"/>
              <a:t>’.</a:t>
            </a:r>
          </a:p>
          <a:p>
            <a:r>
              <a:rPr lang="en-US" dirty="0"/>
              <a:t>The example is similar to the high relative velocity LEO case in the paper, "Ephemeris-Based Satellite Collision Rates and Probabilities," by Doyle Hall.</a:t>
            </a:r>
          </a:p>
          <a:p>
            <a:pPr lvl="1"/>
            <a:r>
              <a:rPr lang="en-US" dirty="0"/>
              <a:t>The paper provides a more detailed breakdown, along with low relative velocity LEO and GEO cases.</a:t>
            </a:r>
          </a:p>
          <a:p>
            <a:r>
              <a:rPr lang="en-US" dirty="0"/>
              <a:t>This slide package presents summary plots from the example scenario in order to familiarize new users with </a:t>
            </a:r>
            <a:r>
              <a:rPr lang="en-US" dirty="0" err="1"/>
              <a:t>EphemerisPc</a:t>
            </a:r>
            <a:r>
              <a:rPr lang="en-US" dirty="0"/>
              <a:t> outputs.</a:t>
            </a:r>
          </a:p>
        </p:txBody>
      </p:sp>
    </p:spTree>
    <p:extLst>
      <p:ext uri="{BB962C8B-B14F-4D97-AF65-F5344CB8AC3E}">
        <p14:creationId xmlns:p14="http://schemas.microsoft.com/office/powerpoint/2010/main" val="2367779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F3B545-942D-405E-B06F-1DEBE42F9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99614"/>
            <a:ext cx="6578964" cy="4932343"/>
          </a:xfrm>
          <a:prstGeom prst="rect">
            <a:avLst/>
          </a:prstGeom>
        </p:spPr>
      </p:pic>
      <p:sp>
        <p:nvSpPr>
          <p:cNvPr id="2" name="Title 1">
            <a:extLst>
              <a:ext uri="{FF2B5EF4-FFF2-40B4-BE49-F238E27FC236}">
                <a16:creationId xmlns:a16="http://schemas.microsoft.com/office/drawing/2014/main" id="{D5F2E415-BA92-4663-8C9C-5567F67CAB46}"/>
              </a:ext>
            </a:extLst>
          </p:cNvPr>
          <p:cNvSpPr>
            <a:spLocks noGrp="1"/>
          </p:cNvSpPr>
          <p:nvPr>
            <p:ph type="title"/>
          </p:nvPr>
        </p:nvSpPr>
        <p:spPr/>
        <p:txBody>
          <a:bodyPr/>
          <a:lstStyle/>
          <a:p>
            <a:r>
              <a:rPr lang="en-US" dirty="0"/>
              <a:t>Multi-Encounter Summary</a:t>
            </a:r>
          </a:p>
        </p:txBody>
      </p:sp>
      <p:sp>
        <p:nvSpPr>
          <p:cNvPr id="8" name="Rectangle 7">
            <a:extLst>
              <a:ext uri="{FF2B5EF4-FFF2-40B4-BE49-F238E27FC236}">
                <a16:creationId xmlns:a16="http://schemas.microsoft.com/office/drawing/2014/main" id="{3EDD6DB5-7813-4100-8784-CA2762F6A3F5}"/>
              </a:ext>
            </a:extLst>
          </p:cNvPr>
          <p:cNvSpPr/>
          <p:nvPr/>
        </p:nvSpPr>
        <p:spPr bwMode="auto">
          <a:xfrm>
            <a:off x="6524625" y="1226796"/>
            <a:ext cx="5504753" cy="2202201"/>
          </a:xfrm>
          <a:prstGeom prst="rect">
            <a:avLst/>
          </a:prstGeom>
          <a:solidFill>
            <a:schemeClr val="accent5">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cumulative Pc bounds are the primary </a:t>
            </a:r>
            <a:r>
              <a:rPr kumimoji="0" lang="en-US" sz="1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EphemerisPc</a:t>
            </a: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outputs. </a:t>
            </a:r>
          </a:p>
          <a:p>
            <a:pPr marL="285750" marR="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cumulative Pc is not calculated by this tool, but it is bounded by Pc Max </a:t>
            </a:r>
            <a:r>
              <a:rPr lang="en-US" sz="1400" dirty="0">
                <a:solidFill>
                  <a:schemeClr val="tx1"/>
                </a:solidFill>
                <a:latin typeface="Arial" panose="020B0604020202020204" pitchFamily="34" charset="0"/>
                <a:cs typeface="Arial" panose="020B0604020202020204" pitchFamily="34" charset="0"/>
              </a:rPr>
              <a:t>(solid line) and Pc Min (dashed line). </a:t>
            </a:r>
          </a:p>
          <a:p>
            <a:pPr marL="285750" marR="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lang="en-US" sz="1400" dirty="0">
                <a:solidFill>
                  <a:schemeClr val="tx1"/>
                </a:solidFill>
                <a:latin typeface="Arial" panose="020B0604020202020204" pitchFamily="34" charset="0"/>
                <a:cs typeface="Arial" panose="020B0604020202020204" pitchFamily="34" charset="0"/>
              </a:rPr>
              <a:t>Pc Max corresponds to full statistical independence between encounters, while Pc Min represents the opposite extreme. </a:t>
            </a:r>
          </a:p>
          <a:p>
            <a:pPr marR="0" defTabSz="914400" rtl="0" eaLnBrk="1" fontAlgn="base" latinLnBrk="0" hangingPunct="1">
              <a:lnSpc>
                <a:spcPct val="100000"/>
              </a:lnSpc>
              <a:spcBef>
                <a:spcPct val="0"/>
              </a:spcBef>
              <a:spcAft>
                <a:spcPct val="0"/>
              </a:spcAft>
              <a:buClrTx/>
              <a:buSzTx/>
              <a:tabLst/>
            </a:pPr>
            <a:r>
              <a:rPr lang="en-US" sz="1400" dirty="0">
                <a:solidFill>
                  <a:schemeClr val="tx1"/>
                </a:solidFill>
                <a:latin typeface="Arial" panose="020B0604020202020204" pitchFamily="34" charset="0"/>
                <a:cs typeface="Arial" panose="020B0604020202020204" pitchFamily="34" charset="0"/>
              </a:rPr>
              <a:t>For high relative velocity multi-encounter interactions, such as this example, the cumulative Pc tends to match the cumulative Pc Max. This has been confirmed by comparing BFMC-Pc results to Pc Max and finding that they are statistically consistent (see the paper for more details).</a:t>
            </a:r>
            <a:endPar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F4CC9DAA-8DE7-415C-BB33-70DE2FF79290}"/>
              </a:ext>
            </a:extLst>
          </p:cNvPr>
          <p:cNvCxnSpPr>
            <a:cxnSpLocks/>
          </p:cNvCxnSpPr>
          <p:nvPr/>
        </p:nvCxnSpPr>
        <p:spPr bwMode="auto">
          <a:xfrm flipH="1">
            <a:off x="3499945" y="1362272"/>
            <a:ext cx="3024680" cy="18274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028198E0-5FD3-4BC8-A6B3-BEED800FE252}"/>
              </a:ext>
            </a:extLst>
          </p:cNvPr>
          <p:cNvCxnSpPr>
            <a:cxnSpLocks/>
            <a:endCxn id="17" idx="0"/>
          </p:cNvCxnSpPr>
          <p:nvPr/>
        </p:nvCxnSpPr>
        <p:spPr bwMode="auto">
          <a:xfrm flipH="1">
            <a:off x="5029201" y="3271345"/>
            <a:ext cx="1495424" cy="10852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7" name="Rectangle: Rounded Corners 16">
            <a:extLst>
              <a:ext uri="{FF2B5EF4-FFF2-40B4-BE49-F238E27FC236}">
                <a16:creationId xmlns:a16="http://schemas.microsoft.com/office/drawing/2014/main" id="{8D3DBCFF-89AC-4EB7-965B-31872A146F42}"/>
              </a:ext>
            </a:extLst>
          </p:cNvPr>
          <p:cNvSpPr/>
          <p:nvPr/>
        </p:nvSpPr>
        <p:spPr bwMode="auto">
          <a:xfrm>
            <a:off x="3900488" y="4356603"/>
            <a:ext cx="2257425" cy="174784"/>
          </a:xfrm>
          <a:prstGeom prst="round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rgbClr val="990099"/>
              </a:solidFill>
              <a:effectLst/>
              <a:latin typeface="Times New Roman" pitchFamily="18" charset="0"/>
            </a:endParaRPr>
          </a:p>
        </p:txBody>
      </p:sp>
      <p:cxnSp>
        <p:nvCxnSpPr>
          <p:cNvPr id="27" name="Straight Arrow Connector 26">
            <a:extLst>
              <a:ext uri="{FF2B5EF4-FFF2-40B4-BE49-F238E27FC236}">
                <a16:creationId xmlns:a16="http://schemas.microsoft.com/office/drawing/2014/main" id="{1D54E908-1022-4584-9552-A425169FE090}"/>
              </a:ext>
            </a:extLst>
          </p:cNvPr>
          <p:cNvCxnSpPr>
            <a:cxnSpLocks/>
          </p:cNvCxnSpPr>
          <p:nvPr/>
        </p:nvCxnSpPr>
        <p:spPr bwMode="auto">
          <a:xfrm flipH="1">
            <a:off x="3499945" y="1806020"/>
            <a:ext cx="3024682" cy="96871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0" name="Rectangle: Rounded Corners 29">
            <a:extLst>
              <a:ext uri="{FF2B5EF4-FFF2-40B4-BE49-F238E27FC236}">
                <a16:creationId xmlns:a16="http://schemas.microsoft.com/office/drawing/2014/main" id="{F1AF1C54-7B3B-4AD6-93B8-2DBE43305F71}"/>
              </a:ext>
            </a:extLst>
          </p:cNvPr>
          <p:cNvSpPr/>
          <p:nvPr/>
        </p:nvSpPr>
        <p:spPr bwMode="auto">
          <a:xfrm>
            <a:off x="6007894" y="3920496"/>
            <a:ext cx="300038" cy="199793"/>
          </a:xfrm>
          <a:prstGeom prst="round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rgbClr val="990099"/>
              </a:solidFill>
              <a:effectLst/>
              <a:latin typeface="Times New Roman" pitchFamily="18" charset="0"/>
            </a:endParaRPr>
          </a:p>
        </p:txBody>
      </p:sp>
      <p:sp>
        <p:nvSpPr>
          <p:cNvPr id="31" name="Rectangle 30">
            <a:extLst>
              <a:ext uri="{FF2B5EF4-FFF2-40B4-BE49-F238E27FC236}">
                <a16:creationId xmlns:a16="http://schemas.microsoft.com/office/drawing/2014/main" id="{0EFDEF22-5F78-4EF0-9E3C-F6402A2F856D}"/>
              </a:ext>
            </a:extLst>
          </p:cNvPr>
          <p:cNvSpPr/>
          <p:nvPr/>
        </p:nvSpPr>
        <p:spPr bwMode="auto">
          <a:xfrm>
            <a:off x="6700139" y="3696938"/>
            <a:ext cx="4962527" cy="1395179"/>
          </a:xfrm>
          <a:prstGeom prst="rect">
            <a:avLst/>
          </a:prstGeom>
          <a:solidFill>
            <a:schemeClr val="accent5">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R="0" defTabSz="914400" rtl="0" eaLnBrk="1" fontAlgn="base" latinLnBrk="0" hangingPunct="1">
              <a:lnSpc>
                <a:spcPct val="100000"/>
              </a:lnSpc>
              <a:spcBef>
                <a:spcPct val="0"/>
              </a:spcBef>
              <a:spcAft>
                <a:spcPct val="0"/>
              </a:spcAft>
              <a:buClrTx/>
              <a:buSzTx/>
              <a:tabLst/>
            </a:pP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Accuracy indicator: Conservative upper limit on the uncertainty of the Nc and Pc Max estimates due to ephemeris interpolation errors or other numerical estimation inaccuracies.</a:t>
            </a:r>
            <a:endParaRPr lang="en-US" sz="1400" dirty="0">
              <a:solidFill>
                <a:schemeClr val="tx1"/>
              </a:solidFill>
              <a:latin typeface="Arial" panose="020B0604020202020204" pitchFamily="34" charset="0"/>
              <a:cs typeface="Arial" panose="020B0604020202020204" pitchFamily="34" charset="0"/>
            </a:endParaRPr>
          </a:p>
          <a:p>
            <a:pPr marL="285750" marR="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An accuracy indicator &gt; 5% should raise questions about whether the ephemeris tables are inadequately sampled. </a:t>
            </a:r>
          </a:p>
        </p:txBody>
      </p:sp>
      <p:cxnSp>
        <p:nvCxnSpPr>
          <p:cNvPr id="33" name="Straight Arrow Connector 32">
            <a:extLst>
              <a:ext uri="{FF2B5EF4-FFF2-40B4-BE49-F238E27FC236}">
                <a16:creationId xmlns:a16="http://schemas.microsoft.com/office/drawing/2014/main" id="{29037D80-E9BD-4DBB-ACD8-9A42641DFF94}"/>
              </a:ext>
            </a:extLst>
          </p:cNvPr>
          <p:cNvCxnSpPr>
            <a:cxnSpLocks/>
            <a:endCxn id="30" idx="3"/>
          </p:cNvCxnSpPr>
          <p:nvPr/>
        </p:nvCxnSpPr>
        <p:spPr bwMode="auto">
          <a:xfrm flipH="1">
            <a:off x="6307932" y="4020393"/>
            <a:ext cx="39220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8" name="Rectangle 47">
            <a:extLst>
              <a:ext uri="{FF2B5EF4-FFF2-40B4-BE49-F238E27FC236}">
                <a16:creationId xmlns:a16="http://schemas.microsoft.com/office/drawing/2014/main" id="{18983A6B-4B23-45FA-91E5-6796B4B2EF8A}"/>
              </a:ext>
            </a:extLst>
          </p:cNvPr>
          <p:cNvSpPr/>
          <p:nvPr/>
        </p:nvSpPr>
        <p:spPr bwMode="auto">
          <a:xfrm>
            <a:off x="4162425" y="5304402"/>
            <a:ext cx="7772400" cy="1172198"/>
          </a:xfrm>
          <a:prstGeom prst="rect">
            <a:avLst/>
          </a:prstGeom>
          <a:solidFill>
            <a:schemeClr val="accent5">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Each of these collision rate peaks represents an encounter segment. They look like vertical lines because of their short duration. Color coded diamonds are used for represent the Pc level for each segment, with red marking Pc &gt;= 1e-4, yellow diamonds marking 1e-7 &lt;= Pc &lt; 1e-4, and green diamonds </a:t>
            </a:r>
            <a:r>
              <a:rPr lang="en-US" sz="1400" dirty="0">
                <a:solidFill>
                  <a:schemeClr val="tx1"/>
                </a:solidFill>
                <a:latin typeface="Arial" panose="020B0604020202020204" pitchFamily="34" charset="0"/>
                <a:cs typeface="Arial" panose="020B0604020202020204" pitchFamily="34" charset="0"/>
              </a:rPr>
              <a:t>marking a 1e-10 &lt;= Pc &lt; 1e-7</a:t>
            </a: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black downward-pointing triangles indicate peaks with Pc &lt; 1e-10 that are below the bottom axis.</a:t>
            </a:r>
          </a:p>
        </p:txBody>
      </p:sp>
      <p:cxnSp>
        <p:nvCxnSpPr>
          <p:cNvPr id="52" name="Straight Arrow Connector 51">
            <a:extLst>
              <a:ext uri="{FF2B5EF4-FFF2-40B4-BE49-F238E27FC236}">
                <a16:creationId xmlns:a16="http://schemas.microsoft.com/office/drawing/2014/main" id="{F7E9E93B-1E9A-4589-BE03-602F3F155852}"/>
              </a:ext>
            </a:extLst>
          </p:cNvPr>
          <p:cNvCxnSpPr>
            <a:cxnSpLocks/>
          </p:cNvCxnSpPr>
          <p:nvPr/>
        </p:nvCxnSpPr>
        <p:spPr bwMode="auto">
          <a:xfrm flipH="1" flipV="1">
            <a:off x="2321170" y="4233041"/>
            <a:ext cx="1841255" cy="11717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28F4CCFB-4577-4DC0-9DB0-596AC0C1AE7B}"/>
              </a:ext>
            </a:extLst>
          </p:cNvPr>
          <p:cNvCxnSpPr>
            <a:cxnSpLocks/>
          </p:cNvCxnSpPr>
          <p:nvPr/>
        </p:nvCxnSpPr>
        <p:spPr bwMode="auto">
          <a:xfrm flipH="1" flipV="1">
            <a:off x="3499945" y="5658386"/>
            <a:ext cx="662480" cy="17531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03149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0AE183-B31F-4487-972A-A5567126F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886" y="1320596"/>
            <a:ext cx="6692071" cy="5017141"/>
          </a:xfrm>
          <a:prstGeom prst="rect">
            <a:avLst/>
          </a:prstGeom>
        </p:spPr>
      </p:pic>
      <p:sp>
        <p:nvSpPr>
          <p:cNvPr id="2" name="Title 1">
            <a:extLst>
              <a:ext uri="{FF2B5EF4-FFF2-40B4-BE49-F238E27FC236}">
                <a16:creationId xmlns:a16="http://schemas.microsoft.com/office/drawing/2014/main" id="{D5F2E415-BA92-4663-8C9C-5567F67CAB46}"/>
              </a:ext>
            </a:extLst>
          </p:cNvPr>
          <p:cNvSpPr>
            <a:spLocks noGrp="1"/>
          </p:cNvSpPr>
          <p:nvPr>
            <p:ph type="title"/>
          </p:nvPr>
        </p:nvSpPr>
        <p:spPr/>
        <p:txBody>
          <a:bodyPr/>
          <a:lstStyle/>
          <a:p>
            <a:r>
              <a:rPr lang="en-US" dirty="0"/>
              <a:t>Encounter Segment Summary</a:t>
            </a:r>
          </a:p>
        </p:txBody>
      </p:sp>
      <p:sp>
        <p:nvSpPr>
          <p:cNvPr id="4" name="Rectangle 3">
            <a:extLst>
              <a:ext uri="{FF2B5EF4-FFF2-40B4-BE49-F238E27FC236}">
                <a16:creationId xmlns:a16="http://schemas.microsoft.com/office/drawing/2014/main" id="{90533527-6CB3-491F-B9FE-5B23272B8384}"/>
              </a:ext>
            </a:extLst>
          </p:cNvPr>
          <p:cNvSpPr/>
          <p:nvPr/>
        </p:nvSpPr>
        <p:spPr bwMode="auto">
          <a:xfrm>
            <a:off x="7378823" y="1590751"/>
            <a:ext cx="4348578" cy="1185999"/>
          </a:xfrm>
          <a:prstGeom prst="rect">
            <a:avLst/>
          </a:prstGeom>
          <a:solidFill>
            <a:schemeClr val="accent5">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R="0" defTabSz="914400" rtl="0" eaLnBrk="1" fontAlgn="base" latinLnBrk="0" hangingPunct="1">
              <a:lnSpc>
                <a:spcPct val="100000"/>
              </a:lnSpc>
              <a:spcBef>
                <a:spcPct val="0"/>
              </a:spcBef>
              <a:spcAft>
                <a:spcPct val="0"/>
              </a:spcAft>
              <a:buClrTx/>
              <a:buSzTx/>
              <a:tabLst/>
            </a:pPr>
            <a:r>
              <a:rPr lang="en-US" sz="1400" dirty="0">
                <a:solidFill>
                  <a:schemeClr val="tx1"/>
                </a:solidFill>
                <a:latin typeface="Arial" panose="020B0604020202020204" pitchFamily="34" charset="0"/>
                <a:cs typeface="Arial" panose="020B0604020202020204" pitchFamily="34" charset="0"/>
              </a:rPr>
              <a:t>A summary plot like the one shown here is generated for each encounter segment. They show zoomed in views of each collision rate peak from the previous slide. The complete set can be found in the Outputs folder.</a:t>
            </a:r>
            <a:endPar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47AE8D7-058E-4B94-B42F-1CA41F08CC1B}"/>
              </a:ext>
            </a:extLst>
          </p:cNvPr>
          <p:cNvSpPr/>
          <p:nvPr/>
        </p:nvSpPr>
        <p:spPr bwMode="auto">
          <a:xfrm>
            <a:off x="7378823" y="3107516"/>
            <a:ext cx="4348578" cy="964107"/>
          </a:xfrm>
          <a:prstGeom prst="rect">
            <a:avLst/>
          </a:prstGeom>
          <a:solidFill>
            <a:schemeClr val="accent5">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schemeClr val="tx1"/>
                </a:solidFill>
                <a:latin typeface="Arial" panose="020B0604020202020204" pitchFamily="34" charset="0"/>
                <a:cs typeface="Arial" panose="020B0604020202020204" pitchFamily="34" charset="0"/>
              </a:rPr>
              <a:t>For high relative velocity encounters, such as this example, Nc ≈ Pc. Note that the rate peak is not the same as Nc, which is obtained by integrating the rate over the encounter duration.</a:t>
            </a:r>
            <a:endPar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cxnSp>
        <p:nvCxnSpPr>
          <p:cNvPr id="13" name="Straight Arrow Connector 12">
            <a:extLst>
              <a:ext uri="{FF2B5EF4-FFF2-40B4-BE49-F238E27FC236}">
                <a16:creationId xmlns:a16="http://schemas.microsoft.com/office/drawing/2014/main" id="{02F1D610-67DC-4D10-84C8-D8982687E2F1}"/>
              </a:ext>
            </a:extLst>
          </p:cNvPr>
          <p:cNvCxnSpPr>
            <a:cxnSpLocks/>
          </p:cNvCxnSpPr>
          <p:nvPr/>
        </p:nvCxnSpPr>
        <p:spPr bwMode="auto">
          <a:xfrm flipH="1" flipV="1">
            <a:off x="5956918" y="3362046"/>
            <a:ext cx="142190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7" name="Rectangle 16">
            <a:extLst>
              <a:ext uri="{FF2B5EF4-FFF2-40B4-BE49-F238E27FC236}">
                <a16:creationId xmlns:a16="http://schemas.microsoft.com/office/drawing/2014/main" id="{6CDEF055-10DE-48A2-BE6D-59AA090C0917}"/>
              </a:ext>
            </a:extLst>
          </p:cNvPr>
          <p:cNvSpPr/>
          <p:nvPr/>
        </p:nvSpPr>
        <p:spPr bwMode="auto">
          <a:xfrm>
            <a:off x="4622033" y="6000243"/>
            <a:ext cx="6677937" cy="489163"/>
          </a:xfrm>
          <a:prstGeom prst="rect">
            <a:avLst/>
          </a:prstGeom>
          <a:solidFill>
            <a:schemeClr val="accent5">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encounter segment duration is short resulting in independent encounters that do not blend together.</a:t>
            </a:r>
          </a:p>
        </p:txBody>
      </p:sp>
      <p:cxnSp>
        <p:nvCxnSpPr>
          <p:cNvPr id="18" name="Straight Arrow Connector 17">
            <a:extLst>
              <a:ext uri="{FF2B5EF4-FFF2-40B4-BE49-F238E27FC236}">
                <a16:creationId xmlns:a16="http://schemas.microsoft.com/office/drawing/2014/main" id="{D70E9C2E-0875-4DB8-A4F4-0CF04C9D64AE}"/>
              </a:ext>
            </a:extLst>
          </p:cNvPr>
          <p:cNvCxnSpPr>
            <a:cxnSpLocks/>
            <a:stCxn id="17" idx="1"/>
          </p:cNvCxnSpPr>
          <p:nvPr/>
        </p:nvCxnSpPr>
        <p:spPr bwMode="auto">
          <a:xfrm flipH="1" flipV="1">
            <a:off x="2624959" y="5841124"/>
            <a:ext cx="1997074" cy="40370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815426364"/>
      </p:ext>
    </p:extLst>
  </p:cSld>
  <p:clrMapOvr>
    <a:masterClrMapping/>
  </p:clrMapOvr>
</p:sld>
</file>

<file path=ppt/theme/theme1.xml><?xml version="1.0" encoding="utf-8"?>
<a:theme xmlns:a="http://schemas.openxmlformats.org/drawingml/2006/main" name="1_presentationtemplate (3)">
  <a:themeElements>
    <a:clrScheme name="presentationtemplate (3)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40" tIns="45720" rIns="91440" bIns="45720" numCol="1" rtlCol="0"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2000" b="0" i="0" u="none" strike="noStrike" cap="none" normalizeH="0" baseline="0">
            <a:ln>
              <a:noFill/>
            </a:ln>
            <a:solidFill>
              <a:srgbClr val="990099"/>
            </a:solidFill>
            <a:effectLst/>
            <a:latin typeface="Times New Roman" pitchFamily="18" charset="0"/>
          </a:defRPr>
        </a:defPPr>
      </a:lstStyle>
      <a:style>
        <a:lnRef idx="2">
          <a:schemeClr val="dk1"/>
        </a:lnRef>
        <a:fillRef idx="1">
          <a:schemeClr val="lt1"/>
        </a:fillRef>
        <a:effectRef idx="0">
          <a:schemeClr val="dk1"/>
        </a:effectRef>
        <a:fontRef idx="minor">
          <a:schemeClr val="dk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990099"/>
            </a:solidFill>
            <a:effectLst/>
            <a:latin typeface="Times New Roman" pitchFamily="18" charset="0"/>
          </a:defRPr>
        </a:defPPr>
      </a:lstStyle>
    </a:lnDef>
  </a:objectDefaults>
  <a:extraClrSchemeLst>
    <a:extraClrScheme>
      <a:clrScheme name="presentationtemplate (3)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template (3)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template (3)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template (3)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template (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template (3)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template (3)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ARA Widescreen.potx" id="{172BED5F-F1EF-4F25-8F6A-EA0AEA143F30}" vid="{298C1912-982B-4C9E-85BF-8658D20B99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7EC86D36B0224CA5C4FAED4D431100" ma:contentTypeVersion="11" ma:contentTypeDescription="Create a new document." ma:contentTypeScope="" ma:versionID="75c53a7622c0f1b365079235fc462bc8">
  <xsd:schema xmlns:xsd="http://www.w3.org/2001/XMLSchema" xmlns:xs="http://www.w3.org/2001/XMLSchema" xmlns:p="http://schemas.microsoft.com/office/2006/metadata/properties" xmlns:ns2="bd627bbc-ad98-446e-a4a8-6f15fe66cb86" xmlns:ns3="c27f5fce-b55c-4d22-8eb2-bd0448788fc7" targetNamespace="http://schemas.microsoft.com/office/2006/metadata/properties" ma:root="true" ma:fieldsID="bb88545231e2151ab290e14f8495a743" ns2:_="" ns3:_="">
    <xsd:import namespace="bd627bbc-ad98-446e-a4a8-6f15fe66cb86"/>
    <xsd:import namespace="c27f5fce-b55c-4d22-8eb2-bd0448788fc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LengthInSeconds"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627bbc-ad98-446e-a4a8-6f15fe66cb8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27f5fce-b55c-4d22-8eb2-bd0448788fc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BEDA1E-98E0-45AD-8191-A7E668B1E7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627bbc-ad98-446e-a4a8-6f15fe66cb86"/>
    <ds:schemaRef ds:uri="c27f5fce-b55c-4d22-8eb2-bd0448788f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79B05C-9261-4404-96F0-1B121FBC3CD1}">
  <ds:schemaRef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bd627bbc-ad98-446e-a4a8-6f15fe66cb86"/>
    <ds:schemaRef ds:uri="http://purl.org/dc/elements/1.1/"/>
    <ds:schemaRef ds:uri="http://schemas.microsoft.com/office/2006/metadata/properties"/>
    <ds:schemaRef ds:uri="c27f5fce-b55c-4d22-8eb2-bd0448788fc7"/>
    <ds:schemaRef ds:uri="http://www.w3.org/XML/1998/namespace"/>
  </ds:schemaRefs>
</ds:datastoreItem>
</file>

<file path=customXml/itemProps3.xml><?xml version="1.0" encoding="utf-8"?>
<ds:datastoreItem xmlns:ds="http://schemas.openxmlformats.org/officeDocument/2006/customXml" ds:itemID="{E22B10E3-7A02-4A11-82C6-58AE189A72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CARA Widescreen</Template>
  <TotalTime>10850</TotalTime>
  <Words>435</Words>
  <Application>Microsoft Office PowerPoint</Application>
  <PresentationFormat>Widescreen</PresentationFormat>
  <Paragraphs>20</Paragraphs>
  <Slides>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Cambria</vt:lpstr>
      <vt:lpstr>Times New Roman</vt:lpstr>
      <vt:lpstr>Wingdings</vt:lpstr>
      <vt:lpstr>1_presentationtemplate (3)</vt:lpstr>
      <vt:lpstr>PowerPoint Presentation</vt:lpstr>
      <vt:lpstr>Introduction</vt:lpstr>
      <vt:lpstr>Multi-Encounter Summary</vt:lpstr>
      <vt:lpstr>Encounter Segment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Moody, Benjamin K. (GSFC-595.0)[OMITRON]</dc:creator>
  <cp:lastModifiedBy>Jon Halpin</cp:lastModifiedBy>
  <cp:revision>1440</cp:revision>
  <dcterms:created xsi:type="dcterms:W3CDTF">2020-07-27T15:17:05Z</dcterms:created>
  <dcterms:modified xsi:type="dcterms:W3CDTF">2026-04-07T21:50:06Z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0x010100267EC86D36B0224CA5C4FAED4D431100</vt:lpwstr>
  </property>
</Properties>
</file>